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Il tempo del rider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918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2D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Come i rider gestiscono tempo e pressione durante le consegne in città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9BA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Assignment 1 — Needfinding  |  Human Computer Interaction 2026/2027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it-IT" alt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INTRO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altLang="en-US" sz="300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</a:t>
            </a:r>
            <a:r>
              <a:rPr lang="en-US" sz="300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ema e dominio scelto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Team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Progetto individuale: </a:t>
            </a:r>
            <a:r>
              <a:rPr lang="it-IT" altLang="en-US" sz="140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Mattia Flamigni</a:t>
            </a:r>
            <a:endParaRPr lang="it-IT" altLang="en-US" sz="1400" dirty="0">
              <a:solidFill>
                <a:srgbClr val="1A1A1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Tema e dominio di interesse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512064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Tema: Smart Cities &amp; Urban Life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Dominio: come i rider gestiscono il tempo e la pressione durante i turni di consegna in bicicletta/scooter in città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4173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Perché questo dominio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828800"/>
            <a:ext cx="557784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Accesso diretto a persone che lavorano come rider e ai contesti reali in cui operano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Lavoro sempre più diffuso nelle città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La pressione del tempo tocca sia il benessere del lavoratore sia la sicurezza stradale e la convivenza negli spazi urbani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Partecipanti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75688" cy="269748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1801368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Rider #1 · part-time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801368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24 anni, studente di economia. Rider da 7 mesi, in bici. Poca routine consolidata: mostra come si vive il dominio all'inizio.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02636" y="1508760"/>
            <a:ext cx="2075688" cy="269748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39796" y="1645920"/>
            <a:ext cx="1801368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Rider #2 · full-time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939796" y="2194560"/>
            <a:ext cx="1801368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31 anni, rider a tempo pieno da 3 anni, in scooter . Utente estremo: vive il dominio per turni lunghi, ogni giorno.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56632" y="1508760"/>
            <a:ext cx="2075688" cy="269748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93792" y="1645920"/>
            <a:ext cx="1801368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Rider #3 · sera/weekend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193792" y="2194560"/>
            <a:ext cx="1801368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27 anni, lavora in un negozio di giorno. Rider la sera e nei weekend da 1,5 anni, in bici elettrica.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0628" y="1508760"/>
            <a:ext cx="2075688" cy="269748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47788" y="1645920"/>
            <a:ext cx="1801368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Rider #4 · sera/weekend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447788" y="2194560"/>
            <a:ext cx="1801368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22 anni, studentessa di lingue. Rider da 1 anno, soprattutto sera e weekend, in bici. Aggiunge la prospettiva della sicurezza.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64624" y="1508760"/>
            <a:ext cx="2075688" cy="269748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01784" y="1645920"/>
            <a:ext cx="1801368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Gestore del locale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701784" y="2194560"/>
            <a:ext cx="1801368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Cameriere/responsabile sala da 4 anni in un ristorante con molti delivery (30-40 ordini nelle serate di punta). Stakeholder indiretto.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Reclutamento, luoghi e materiali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110642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457200">
              <a:spcAft>
                <a:spcPts val="1000"/>
              </a:spcAft>
              <a:buSzPct val="100000"/>
              <a:buNone/>
            </a:pPr>
            <a:endParaRPr lang="it-IT" altLang="en-US" sz="1250" dirty="0">
              <a:solidFill>
                <a:srgbClr val="1A1A1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Ruoli e materiali: intervistatore unico (io); [registratore / foto / note]. Consenso scritto firmato prima di ogni intervista</a:t>
            </a:r>
            <a:endParaRPr lang="en-US" sz="1250" dirty="0">
              <a:solidFill>
                <a:srgbClr val="1A1A1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  <a:sym typeface="+mn-ea"/>
              </a:rPr>
              <a:t>Luogo e modalità delle interviste:</a:t>
            </a:r>
            <a:r>
              <a:rPr lang="it-IT" alt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  <a:sym typeface="+mn-ea"/>
              </a:rPr>
              <a:t> di persona, online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Osservazione sul campo: pausa/ritiro in un local</a:t>
            </a:r>
            <a:r>
              <a:rPr lang="it-IT" alt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</a:t>
            </a:r>
            <a:endParaRPr lang="it-IT" altLang="en-US" sz="1250" dirty="0">
              <a:solidFill>
                <a:srgbClr val="1A1A1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RISULTATI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Citazioni chiave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109728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6400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“L'app ti dice ‘consegna in 25 minuti’. Nella realtà i locali ritardano sempre e il traffico non lo calcola.”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585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Rider #1, part-time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6766560" cy="109728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743200"/>
            <a:ext cx="6400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“Ufficialmente ci sono pause e tempi giusti. Nella realtà se vuoi portare a casa soldi non ti fermi quasi mai.”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4728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Rider #2, full-time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6766560" cy="109728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931920"/>
            <a:ext cx="6400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“Ho accelerato più del dovuto. Poi mi sono sentita un po' a disagio.”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63600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Rider #4, sera/weekend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6766560" cy="109728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120640"/>
            <a:ext cx="6400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“Dovrebbe funzionare che l'app avvisa quando l'ordine è pronto. Nella realtà i rider arrivano prima e aspettano, oppure arrivano tardi e l'ordine è già lì da un pezzo.”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82472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Gestore del locale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14630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Foto e artefatti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0" y="1828800"/>
            <a:ext cx="3931920" cy="429768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0" y="1828800"/>
            <a:ext cx="3566160" cy="429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RISULTATI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Cosa emerge dal confronto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448056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Cosa fanno tutti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315468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 la pioggia rifiutano gli ordini lontani (R1, R2, R3, R4)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Aspettano fuori dal locale guardando il telefono e la mappa (R1, R2, R3, R4)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Imparano dai colleghi trucchi non scritti: locali veloci, zone e ore da evitare, powerbank e luci cariche (R1, R2, R3, R4)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34256" y="1508760"/>
            <a:ext cx="3520440" cy="448056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7136" y="169164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Differenze tra profili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17136" y="2194560"/>
            <a:ext cx="315468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Full-time: non si ferma quasi mai; chi è part-time chiude a una cifra o con la pioggia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Sera/weekend: più attenzione a zona e sicurezza (R3, R4)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Meno esperti: stress del decidere in pochi secondi (R1)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19872" y="1508760"/>
            <a:ext cx="3520440" cy="448056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2752" y="169164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Dicono e fanno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2194560"/>
            <a:ext cx="315468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Sanno che correre è rischioso, ma dopo un ritardo accelerano (R1, R2, R4)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L'app dà tempi precisi, ma tutti sanno che sono ottimistici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Rifiutano ordini non convenienti anche se l'app lo segnala o li penalizza (R1, R4)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RISULTATI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Cosa si vede sul campo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448056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Pausa/ritiro in un locale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315468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 rider aspettano fuori dal locale con il telefono in mano, controllando app e mappa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L'attesa è nervosa: si guarda di continuo lo schermo invece di riposare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[Aggiungere altri dettagli dai tuoi appunti]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34256" y="1508760"/>
            <a:ext cx="3520440" cy="448056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7136" y="169164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Picco serale, più rider insieme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17136" y="2423160"/>
            <a:ext cx="315468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Più rider nello stesso punto: pressione collettiva e senso di competizione per gli ordini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Il rifiuto di un ordine è rapidissimo, deciso in pochi secondi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[Aggiungere altri dettagli dai tuoi appunti]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19872" y="1508760"/>
            <a:ext cx="3520440" cy="448056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2752" y="169164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Cosa conferma le interviste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2423160"/>
            <a:ext cx="315468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Attesa al ritiro con il telefono in mano: si aspetta senza sapere quanto (bisogno B)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Alcuni si spostano dove c'è più copertura: la zona conta quanto l'ordine (bisogno D)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Decisioni in pochi secondi, senza informazioni sufficienti (bisogno A)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BISOGNI UTENTE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Bisogni emersi dal brainstorm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Rider e locale hanno bisogno di un modo per…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394960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decidere in pochi secondi se un ordine vale il rischio (R1–R4)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conoscere il tempo reale di preparazione dell'ordine al locale (R1–R4, gestore)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recuperare un ritardo senza accelerare in modo rischioso (R1–R4)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fare pause (bagno, acqua, riposo) senza perdere guadagno o rischiare il mezzo (R1–R4, gestore)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valutare la sicurezza di una zona a una certa ora (R3, R4)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874520"/>
            <a:ext cx="5394960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rifiutare un ordine senza essere penalizzato (R1, R4)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imparare le pratiche non scritte: locali veloci, zone e ore da evitare (R1–R4)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rimediare agli imprevisti: ordine sbagliato, guasto, cliente che non risponde (R1–R4)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gestire l'attesa fuori dal locale senza tensioni tra rider (gestore, R3)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guardare meno l'app e restare concentrato sulla guida (R1)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BISOGNI UTENTE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 4 bisogni profondi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19456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5074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 Il rider ha bisogno di un modo per capire in pochi secondi se un ordine vale il rischio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21992"/>
            <a:ext cx="507492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Tutti pesano distanza, importo, zona, ora e meteo in pochi secondi. R1 rifiuta 4 km per meno di 4 €. R4 pensa spesso a quanto è sicura una zona rispetto a quanto paga, ma ‘non so se si spiega bene’: è conoscenza tacita.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9632" y="1417320"/>
            <a:ext cx="5440680" cy="219456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527048"/>
            <a:ext cx="5074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B. Rider e locale hanno bisogno di un modo per conoscere i tempi reali di preparazione dell'ordine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382512" y="2221992"/>
            <a:ext cx="507492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Tutti i rider dicono che i tempi dell'app sono ottimistici e i locali ritardano. Il gestore conferma: i rider arrivano prima e aspettano, o arrivano tardi con l'ordine già pronto. Si chiede come comunicare meglio i ritardi reali.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440680" cy="219456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904488"/>
            <a:ext cx="5074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C. Il rider ha bisogno di un modo per recuperare un ritardo senza accelerare in modo rischioso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99432"/>
            <a:ext cx="507492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Contraddizione: sanno che correre è rischioso, ma dopo un ritardo accelerano (R1 ‘ho pedalato più forte’, R4 ‘ho accelerato più del dovuto’, R2 ‘recuperare facendo più ordini in fretta’) e poi si sentono a disagio. R3: cliente nervoso, tre chiamate.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9632" y="3794760"/>
            <a:ext cx="5440680" cy="219456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3904488"/>
            <a:ext cx="5074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D. Il rider ha bisogno di un modo per fare pause senza perdere guadagno o rischiare il mezzo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4599432"/>
            <a:ext cx="507492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Bar con la bici lasciata fuori ‘sperando che non me la tocchino’ (R1, R4), locale ‘amico’ o bagno pubblico (R2), mangiare in sella (R2, R3). Il gestore offre acqua e uno spazio fuori: il bisogno si vede anche dall'altra parte.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SOLUZIONI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Brainstorm di soluzioni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33472" cy="452628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· Valutare un ordine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2359152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 punteggio guadagno/rischio che combina distanza, importo, zona, ora e meteo</a:t>
            </a:r>
            <a:endParaRPr lang="en-US" sz="10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Mappa condivisa tra rider con zone ‘ok’ o ‘da evitare’ per fascia oraria</a:t>
            </a:r>
            <a:endParaRPr lang="en-US" sz="10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Guadagno reale per ora di un ordine rispetto alla soglia giornaliera personale</a:t>
            </a:r>
            <a:endParaRPr lang="en-US" sz="10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Filtri personali (soglie, zone escluse) che preselezionano gli ordini</a:t>
            </a:r>
            <a:endParaRPr lang="en-US" sz="10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Segnalazioni della community su ordini e locali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4992" y="1417320"/>
            <a:ext cx="2633472" cy="452628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02152" y="155448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 · Tempi reali di attesa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011680"/>
            <a:ext cx="2359152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Il locale segnala lo stato reale dell'ordine con un tocco</a:t>
            </a:r>
            <a:endParaRPr lang="en-US" sz="10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Stima dell'attesa per locale basata sulle attese dei rider precedenti</a:t>
            </a:r>
            <a:endParaRPr lang="en-US" sz="10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Il rider segnala ‘arrivato’ e ‘ritirato’ per costruire lo storico dei locali</a:t>
            </a:r>
            <a:endParaRPr lang="en-US" sz="10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Avviso al rider di arrivare più tardi in base al tempo rimasto</a:t>
            </a:r>
            <a:endParaRPr lang="en-US" sz="10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Coda di ritiro visibile per evitare discussioni fuori dal locale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417320"/>
            <a:ext cx="2633472" cy="452628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18504" y="155448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 · Recuperare un ritardo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2011680"/>
            <a:ext cx="2359152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Messaggio automatico al cliente con il tempo reale aggiornato</a:t>
            </a:r>
            <a:endParaRPr lang="en-US" sz="10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Risposte rapide preimpostate (‘sono a 3 minuti’)</a:t>
            </a:r>
            <a:endParaRPr lang="en-US" sz="10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Segnalare un ritardo non imputabile al rider (locale, meteo, semaforo)</a:t>
            </a:r>
            <a:endParaRPr lang="en-US" sz="10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Promemoria di sicurezza quando la velocità sale dopo un ritardo</a:t>
            </a:r>
            <a:endParaRPr lang="en-US" sz="10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Riorganizzare il percorso degli ordini successivi dopo un ritardo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97696" y="1417320"/>
            <a:ext cx="2633472" cy="452628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34856" y="155448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 · Fare pause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134856" y="2011680"/>
            <a:ext cx="2359152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Mappa di punti d'appoggio con bagno, acqua e ricarica</a:t>
            </a:r>
            <a:endParaRPr lang="en-US" sz="10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‘Prenotare’ una pausa senza penalità sugli ordini</a:t>
            </a:r>
            <a:endParaRPr lang="en-US" sz="10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Suggerire una pausa durante le attese lunghe al locale</a:t>
            </a:r>
            <a:endParaRPr lang="en-US" sz="10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Segnalare punti sicuri dove lasciare la bici</a:t>
            </a:r>
            <a:endParaRPr lang="en-US" sz="10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Recensioni dei rider sui punti d'appoggio per fascia oraria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20 idee in totale (5 per bisogno)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SOLUZIONI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Scelta con le quattro categorie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33472" cy="301752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Razionale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2359152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Stima dell'attesa per locale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2359152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Costruita sulle attese dei rider precedenti (B). Utile subito e semplice da realizzare.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4992" y="1508760"/>
            <a:ext cx="2633472" cy="301752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02152" y="164592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Delight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2103120"/>
            <a:ext cx="2359152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Mappa di punti d'appoggio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926080"/>
            <a:ext cx="2359152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Bagno, acqua, ricarica e posto sicuro per la bici (D). Risponde a un bisogno che oggi nessuno serve.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508760"/>
            <a:ext cx="2633472" cy="301752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18504" y="164592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Darling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2103120"/>
            <a:ext cx="2359152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Zone ‘ok’ o ‘da evitare’ per fascia oraria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18504" y="2926080"/>
            <a:ext cx="2359152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Sicurezza e valutazione degli ordini (A). È l'idea che più sembra cambiare le decisioni in strada.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97696" y="1508760"/>
            <a:ext cx="2633472" cy="301752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34856" y="164592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Long shot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34856" y="2103120"/>
            <a:ext cx="2359152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Il locale segnala lo stato dell'ordine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34856" y="2926080"/>
            <a:ext cx="2359152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 tocco per dire ‘pronto’ o ‘serve altro tempo’ (B). Richiede l'adesione dei locali</a:t>
            </a:r>
            <a:r>
              <a:rPr lang="it-IT" altLang="en-US" sz="1100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/piattaforma</a:t>
            </a:r>
            <a:endParaRPr lang="it-IT" altLang="en-US" sz="1100" dirty="0">
              <a:solidFill>
                <a:srgbClr val="5B5B5B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Decisione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11350625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Razionale, delight e darling si completano a vicenda e coprono A, B e D: </a:t>
            </a:r>
            <a:r>
              <a:rPr lang="it-IT" alt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 uniscono </a:t>
            </a: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 una sola mappa collaborativa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Dal bisogno C teniamo solo il promemoria di sicurezza dopo un ritardo. Le idee che richiedono la piattaforma (messaggi al cliente, percorsi) </a:t>
            </a:r>
            <a:r>
              <a:rPr lang="it-IT" alt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sono stati scartati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SOLUZIONI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Soluzione scelta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Descrizione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73736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106070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Una mappa collaborativa costruita dai rider. Per ogni locale mostra i tempi reali di attesa per fascia oraria (segnalati con ‘arrivato’ e ‘ritirato’). Per ogni zona raccoglie punti d'appoggio (bagno, acqua, ricarica, posto sicuro per la bici) e valutazioni di sicurezza per ora. Un promemoria di sicurezza ricorda al rider di non correre quando sta recuperando un ritardo. Il rider sceglie ordini e pause con la conoscenza che oggi si scambia solo a voce tra colleghi.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Bisogni che risolve: A (valutare un ordine), B (tempi reali di attesa) e D (fare pause). Il promemoria di sicurezza è un'aggiunta leggera legata al bisogno C, che non è l'obiettivo della soluzione.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Come e perché è stata scelta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343400"/>
            <a:ext cx="106070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Forza dei bisogni: A, B e D emergono da tutti e quattro i rider; B e D anche dal gestore (attese, acqua e spazio fuori dal locale)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Novità: non ho trovato strumenti che uniscano attese dei locali, punti d'appoggio e sicurezza delle zone per fascia oraria, fatti dai rider (vedi slide successiva)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Realizzabilità: web app che non richiede accordi con le piattaforme, perché i dati li forniscono i rider. Rischio: serve un numero minimo di rider che contribuisce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Metodo: le 20 idee sono state classificate con le quattro categorie (razionale, delight, darling, long shot) e le idee scelte (più il promemoria dal bisogno C) sono state integrate in un'unica mappa (slide precedente)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SOLUZIONI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Cosa esiste già e cosa aggiunge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34340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Cosa esiste già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507492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Segnali lato piattaforma: su Deliveroo il ristorante preme ‘Order ready’ o ‘Need more time’; in Belgio tag NFC nei locali confermano l'arrivo del rider. I dati restano alla piattaforma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Gridwise (USA): zone che rendono di più, con dati raccolti dagli autisti, anche per il food delivery. Nell'articolo consultato (2021) non compaiono tempi di attesa dei locali, pause o sicurezza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Spazi fisici di ristoro in Italia (Casa Rider a Firenze, Rider Point a Nichelino, Oasi Pigneto a Roma), gestiti da sindacati e associazioni. A Milano manca un vero spazio; a Parigi è prevista la Maison des coursiers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99632" y="1417320"/>
            <a:ext cx="5440680" cy="4343400"/>
          </a:xfrm>
          <a:prstGeom prst="rect">
            <a:avLst/>
          </a:prstGeom>
          <a:solidFill>
            <a:srgbClr val="F4F4F2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55448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Cosa aggiunge Passaparola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82512" y="2011680"/>
            <a:ext cx="507492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Dati dei rider, indipendenti dalle piattaforme: tempi di attesa reali per locale e fascia oraria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Un'unica mappa che unisce attese, punti d'appoggio (anche ‘locali amici’ e spazi come Casa Rider) e sicurezza delle zone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Dimensione oraria e sicurezza, che ai rider serve soprattutto di sera (R3, R4) e che non ho trovato in altri strumenti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Rende condivisa una conoscenza che oggi passa solo a voce tra colleghi (R1–R4)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5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 Fonti: help.deliveroo.com, rider.deliveroo.be, gridwise.io, avvenire.it, gamberorosso.it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27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NOME E VALUE PROPOSITION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Passaparola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D2D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La mappa dei rider, fatta dai rider: attese vere, pause e zone sicure.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634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27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Come sono arrivato al nome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2920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2D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Tutti e quattro i rider hanno imparato le pratiche più utili dai colleghi (‘mi hanno detto di…’): il passaparola è oggi l'unico modo in cui circola ciò che serve davvero in strada. Il nome evoca questo bisogno profondo e la soluzione lo rende condiviso.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11062</Words>
  <Application>WPS Presentation</Application>
  <PresentationFormat>On-screen Show (16:9)</PresentationFormat>
  <Paragraphs>276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flami</cp:lastModifiedBy>
  <cp:revision>2</cp:revision>
  <dcterms:created xsi:type="dcterms:W3CDTF">2026-10-10T07:40:00Z</dcterms:created>
  <dcterms:modified xsi:type="dcterms:W3CDTF">2026-10-11T23:03:29Z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86FFF60727D14EF192B7C50DABDDF363_12</vt:lpwstr>
  </property>
</Properties>
</file>